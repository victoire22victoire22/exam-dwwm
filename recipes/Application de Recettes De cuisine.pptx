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56" r:id="rId3"/>
    <p:sldId id="271" r:id="rId4"/>
    <p:sldId id="258" r:id="rId5"/>
    <p:sldId id="259" r:id="rId6"/>
    <p:sldId id="260" r:id="rId7"/>
    <p:sldId id="262" r:id="rId8"/>
    <p:sldId id="263" r:id="rId9"/>
    <p:sldId id="264" r:id="rId10"/>
    <p:sldId id="266" r:id="rId11"/>
    <p:sldId id="267" r:id="rId12"/>
    <p:sldId id="268" r:id="rId13"/>
    <p:sldId id="269" r:id="rId14"/>
    <p:sldId id="270" r:id="rId15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1166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notesMaster" Target="notesMasters/notesMaster1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9CED96-068A-4274-8614-CE8858D45159}" type="datetimeFigureOut">
              <a:rPr lang="fr-FR" smtClean="0"/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 smtClean="0"/>
              <a:t>Modifier les styles du texte du masque</a:t>
            </a:r>
            <a:endParaRPr lang="fr-FR" smtClean="0"/>
          </a:p>
          <a:p>
            <a:pPr lvl="1"/>
            <a:r>
              <a:rPr lang="fr-FR" smtClean="0"/>
              <a:t>Deuxième niveau</a:t>
            </a:r>
            <a:endParaRPr lang="fr-FR" smtClean="0"/>
          </a:p>
          <a:p>
            <a:pPr lvl="2"/>
            <a:r>
              <a:rPr lang="fr-FR" smtClean="0"/>
              <a:t>Troisième niveau</a:t>
            </a:r>
            <a:endParaRPr lang="fr-FR" smtClean="0"/>
          </a:p>
          <a:p>
            <a:pPr lvl="3"/>
            <a:r>
              <a:rPr lang="fr-FR" smtClean="0"/>
              <a:t>Quatrième niveau</a:t>
            </a:r>
            <a:endParaRPr lang="fr-FR" smtClean="0"/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9DBC96-224C-4F47-B1D0-6020CB55D1D9}" type="slidenum">
              <a:rPr lang="fr-FR" smtClean="0"/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BF753-B11A-4516-809E-E2E962BD2391}" type="datetimeFigureOut">
              <a:rPr lang="fr-FR" smtClean="0"/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84B142-F894-47E2-A4FB-05ADCD9BF018}" type="slidenum">
              <a:rPr lang="fr-FR" smtClean="0"/>
            </a:fld>
            <a:endParaRPr lang="fr-FR"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BF753-B11A-4516-809E-E2E962BD2391}" type="datetimeFigureOut">
              <a:rPr lang="fr-FR" smtClean="0"/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84B142-F894-47E2-A4FB-05ADCD9BF018}" type="slidenum">
              <a:rPr lang="fr-FR" smtClean="0"/>
            </a:fld>
            <a:endParaRPr lang="fr-FR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BF753-B11A-4516-809E-E2E962BD2391}" type="datetimeFigureOut">
              <a:rPr lang="fr-FR" smtClean="0"/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84B142-F894-47E2-A4FB-05ADCD9BF018}" type="slidenum">
              <a:rPr lang="fr-FR" smtClean="0"/>
            </a:fld>
            <a:endParaRPr lang="fr-FR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BF753-B11A-4516-809E-E2E962BD2391}" type="datetimeFigureOut">
              <a:rPr lang="fr-FR" smtClean="0"/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84B142-F894-47E2-A4FB-05ADCD9BF018}" type="slidenum">
              <a:rPr lang="fr-FR" smtClean="0"/>
            </a:fld>
            <a:endParaRPr lang="fr-FR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  <a:endParaRPr lang="fr-FR"/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BF753-B11A-4516-809E-E2E962BD2391}" type="datetimeFigureOut">
              <a:rPr lang="fr-FR" smtClean="0"/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84B142-F894-47E2-A4FB-05ADCD9BF018}" type="slidenum">
              <a:rPr lang="fr-FR" smtClean="0"/>
            </a:fld>
            <a:endParaRPr lang="fr-FR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BF753-B11A-4516-809E-E2E962BD2391}" type="datetimeFigureOut">
              <a:rPr lang="fr-FR" smtClean="0"/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84B142-F894-47E2-A4FB-05ADCD9BF018}" type="slidenum">
              <a:rPr lang="fr-FR" smtClean="0"/>
            </a:fld>
            <a:endParaRPr lang="fr-FR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BF753-B11A-4516-809E-E2E962BD2391}" type="datetimeFigureOut">
              <a:rPr lang="fr-FR" smtClean="0"/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84B142-F894-47E2-A4FB-05ADCD9BF018}" type="slidenum">
              <a:rPr lang="fr-FR" smtClean="0"/>
            </a:fld>
            <a:endParaRPr lang="fr-FR"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BF753-B11A-4516-809E-E2E962BD2391}" type="datetimeFigureOut">
              <a:rPr lang="fr-FR" smtClean="0"/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84B142-F894-47E2-A4FB-05ADCD9BF018}" type="slidenum">
              <a:rPr lang="fr-FR" smtClean="0"/>
            </a:fld>
            <a:endParaRPr lang="fr-FR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BF753-B11A-4516-809E-E2E962BD2391}" type="datetimeFigureOut">
              <a:rPr lang="fr-FR" smtClean="0"/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84B142-F894-47E2-A4FB-05ADCD9BF018}" type="slidenum">
              <a:rPr lang="fr-FR" smtClean="0"/>
            </a:fld>
            <a:endParaRPr lang="fr-FR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BF753-B11A-4516-809E-E2E962BD2391}" type="datetimeFigureOut">
              <a:rPr lang="fr-FR" smtClean="0"/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84B142-F894-47E2-A4FB-05ADCD9BF018}" type="slidenum">
              <a:rPr lang="fr-FR" smtClean="0"/>
            </a:fld>
            <a:endParaRPr lang="fr-FR"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BF753-B11A-4516-809E-E2E962BD2391}" type="datetimeFigureOut">
              <a:rPr lang="fr-FR" smtClean="0"/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84B142-F894-47E2-A4FB-05ADCD9BF018}" type="slidenum">
              <a:rPr lang="fr-FR" smtClean="0"/>
            </a:fld>
            <a:endParaRPr lang="fr-FR"/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9BF753-B11A-4516-809E-E2E962BD2391}" type="datetimeFigureOut">
              <a:rPr lang="fr-FR" smtClean="0"/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84B142-F894-47E2-A4FB-05ADCD9BF018}" type="slidenum">
              <a:rPr lang="fr-FR" smtClean="0"/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676048"/>
            <a:ext cx="9144000" cy="3819751"/>
          </a:xfrm>
        </p:spPr>
        <p:txBody>
          <a:bodyPr>
            <a:normAutofit fontScale="90000"/>
          </a:bodyPr>
          <a:lstStyle/>
          <a:p>
            <a:r>
              <a:rPr lang="fr-FR" sz="4400" dirty="0"/>
              <a:t>Application de Recettes De cuisine</a:t>
            </a:r>
            <a:br>
              <a:rPr lang="fr-FR" sz="2000" dirty="0"/>
            </a:br>
            <a:br>
              <a:rPr lang="fr-FR" sz="2000" dirty="0"/>
            </a:br>
            <a:br>
              <a:rPr lang="fr-FR" sz="2000" dirty="0"/>
            </a:br>
            <a:r>
              <a:rPr lang="fr-FR" sz="2000" dirty="0"/>
              <a:t>Richard Odile</a:t>
            </a:r>
            <a:br>
              <a:rPr lang="fr-FR" sz="2000" dirty="0"/>
            </a:br>
            <a:br>
              <a:rPr lang="fr-FR" sz="2000" dirty="0"/>
            </a:br>
            <a:br>
              <a:rPr lang="fr-FR" sz="2000" dirty="0"/>
            </a:br>
            <a:r>
              <a:rPr lang="fr-FR" sz="2000" dirty="0"/>
              <a:t>Titre Professionnel Développeur Web et Web Mobile</a:t>
            </a:r>
            <a:br>
              <a:rPr lang="fr-FR" sz="2000" dirty="0"/>
            </a:br>
            <a:br>
              <a:rPr lang="fr-FR" sz="2000" dirty="0"/>
            </a:br>
            <a:br>
              <a:rPr lang="fr-FR" sz="2000" dirty="0"/>
            </a:br>
            <a:r>
              <a:rPr lang="fr-FR" sz="2000" dirty="0"/>
              <a:t>Le 02/06/2025</a:t>
            </a:r>
            <a:br>
              <a:rPr lang="fr-FR" sz="2000" dirty="0"/>
            </a:br>
            <a:br>
              <a:rPr lang="fr-FR" sz="2000" dirty="0"/>
            </a:br>
            <a:br>
              <a:rPr lang="fr-FR" sz="2000" dirty="0"/>
            </a:br>
            <a:endParaRPr lang="fr-FR" sz="2000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02449" y="4279607"/>
            <a:ext cx="3387102" cy="1902345"/>
          </a:xfrm>
          <a:prstGeom prst="rect">
            <a:avLst/>
          </a:prstGeom>
        </p:spPr>
      </p:pic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A84B142-F894-47E2-A4FB-05ADCD9BF018}" type="slidenum">
              <a:rPr lang="fr-FR" smtClean="0"/>
            </a:fld>
            <a:endParaRPr lang="fr-F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fr-FR" altLang="en-US" sz="3600"/>
              <a:t>SOMMAIRE</a:t>
            </a:r>
            <a:endParaRPr lang="fr-FR" altLang="en-US" sz="360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r>
              <a:rPr lang="fr-FR" altLang="en-US" sz="1800"/>
              <a:t>Introduction ......................................................................................................................................................... Page 3</a:t>
            </a:r>
            <a:endParaRPr lang="fr-FR" altLang="en-US" sz="1800"/>
          </a:p>
          <a:p>
            <a:r>
              <a:rPr lang="fr-FR" altLang="en-US" sz="1800"/>
              <a:t>Fonctionnalités principales ............................................................................................................................ Page 4</a:t>
            </a:r>
            <a:endParaRPr lang="fr-FR" altLang="en-US" sz="1800"/>
          </a:p>
          <a:p>
            <a:r>
              <a:rPr lang="fr-FR" altLang="en-US" sz="1800"/>
              <a:t>Technologies utilisées ...................................................................................................................................... Page 5</a:t>
            </a:r>
            <a:endParaRPr lang="fr-FR" altLang="en-US" sz="1800"/>
          </a:p>
          <a:p>
            <a:r>
              <a:rPr lang="fr-FR" altLang="en-US" sz="1800"/>
              <a:t>Architecture de l’application ......................................................................................................................... Page 6</a:t>
            </a:r>
            <a:endParaRPr lang="fr-FR" altLang="en-US" sz="1800"/>
          </a:p>
          <a:p>
            <a:r>
              <a:rPr lang="fr-FR" altLang="en-US" sz="1800"/>
              <a:t>Liste de recettes ................................................................................................................................................. Page 7</a:t>
            </a:r>
            <a:endParaRPr lang="fr-FR" altLang="en-US" sz="1800"/>
          </a:p>
          <a:p>
            <a:r>
              <a:rPr lang="fr-FR" altLang="en-US" sz="1800"/>
              <a:t>Détails d’une recette ........................................................................................................................................ Page 8</a:t>
            </a:r>
            <a:endParaRPr lang="fr-FR" altLang="en-US" sz="1800"/>
          </a:p>
          <a:p>
            <a:r>
              <a:rPr lang="fr-FR" altLang="en-US" sz="1800"/>
              <a:t>Favoris ................................................................................................................................................................... Page 9</a:t>
            </a:r>
            <a:endParaRPr lang="fr-FR" altLang="en-US" sz="1800"/>
          </a:p>
          <a:p>
            <a:r>
              <a:rPr lang="fr-FR" altLang="en-US" sz="1800"/>
              <a:t>Démonstration ................................................................................................................................................... Page 10</a:t>
            </a:r>
            <a:endParaRPr lang="fr-FR" altLang="en-US" sz="1800"/>
          </a:p>
          <a:p>
            <a:r>
              <a:rPr lang="fr-FR" altLang="en-US" sz="1800"/>
              <a:t>Problèmes rencontrés et solutions	 ............................................................................................................ Page 11</a:t>
            </a:r>
            <a:endParaRPr lang="fr-FR" altLang="en-US" sz="1800"/>
          </a:p>
          <a:p>
            <a:r>
              <a:rPr lang="fr-FR" altLang="en-US" sz="1800"/>
              <a:t>Améliorations futures ...................................................................................................................................... Page 12</a:t>
            </a:r>
            <a:endParaRPr lang="fr-FR" altLang="en-US" sz="1800"/>
          </a:p>
          <a:p>
            <a:r>
              <a:rPr lang="fr-FR" altLang="en-US" sz="1800"/>
              <a:t>Conclusion ........................................................................................................................................................... Page 13</a:t>
            </a:r>
            <a:endParaRPr lang="fr-FR" altLang="en-US" sz="180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A84B142-F894-47E2-A4FB-05ADCD9BF018}" type="slidenum">
              <a:rPr lang="fr-FR" smtClean="0"/>
            </a:fld>
            <a:endParaRPr lang="fr-F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239487"/>
            <a:ext cx="9144000" cy="751114"/>
          </a:xfrm>
        </p:spPr>
        <p:txBody>
          <a:bodyPr>
            <a:normAutofit/>
          </a:bodyPr>
          <a:lstStyle/>
          <a:p>
            <a:r>
              <a:rPr lang="fr-FR" sz="3600" dirty="0"/>
              <a:t>INTRODUCTION</a:t>
            </a:r>
            <a:endParaRPr lang="fr-FR" sz="3600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990600"/>
            <a:ext cx="9144000" cy="5514340"/>
          </a:xfrm>
        </p:spPr>
        <p:txBody>
          <a:bodyPr>
            <a:noAutofit/>
          </a:bodyPr>
          <a:lstStyle/>
          <a:p>
            <a:pPr algn="l"/>
            <a:r>
              <a:rPr lang="fr-FR" sz="1800" dirty="0"/>
              <a:t>Cette application REACT permet de rechercher, ajouter et consulter des recettes de cuisine, avec une gestion des favoris.</a:t>
            </a:r>
            <a:endParaRPr lang="fr-FR" sz="1800" dirty="0"/>
          </a:p>
          <a:p>
            <a:pPr algn="l"/>
            <a:r>
              <a:rPr lang="fr-FR" sz="1800" dirty="0"/>
              <a:t>Ce projet vise à maîtriser l’installation et la configuration de l’environnement de travail, ainsi que le développement d’interfaces utilisateur statiques et dynamiques. L’application offre aux utilisateurs la possibilité de gérer leurs recettes de cuisine.</a:t>
            </a:r>
            <a:endParaRPr lang="fr-FR" sz="1800" dirty="0"/>
          </a:p>
          <a:p>
            <a:pPr algn="l"/>
            <a:endParaRPr lang="fr-FR" sz="1800" dirty="0"/>
          </a:p>
          <a:p>
            <a:pPr algn="l">
              <a:buNone/>
            </a:pPr>
            <a:r>
              <a:rPr lang="fr-FR" sz="1800" b="1" dirty="0"/>
              <a:t>Objectifs principaux du projet :</a:t>
            </a:r>
            <a:endParaRPr lang="fr-FR" sz="1800" dirty="0"/>
          </a:p>
          <a:p>
            <a:pPr algn="l">
              <a:buFont typeface="Arial" panose="020B0604020202020204" pitchFamily="34" charset="0"/>
              <a:buChar char="•"/>
            </a:pPr>
            <a:r>
              <a:rPr lang="fr-FR" sz="1800" dirty="0"/>
              <a:t>Permettre la recherche efficace de recettes par différents critères.</a:t>
            </a:r>
            <a:endParaRPr lang="fr-FR" sz="1800" dirty="0"/>
          </a:p>
          <a:p>
            <a:pPr algn="l">
              <a:buFont typeface="Arial" panose="020B0604020202020204" pitchFamily="34" charset="0"/>
              <a:buChar char="•"/>
            </a:pPr>
            <a:r>
              <a:rPr lang="fr-FR" sz="1800" dirty="0"/>
              <a:t>Offrir une interface intuitive pour ajouter de nouvelles recettes.</a:t>
            </a:r>
            <a:endParaRPr lang="fr-FR" sz="1800" dirty="0"/>
          </a:p>
          <a:p>
            <a:pPr algn="l">
              <a:buFont typeface="Arial" panose="020B0604020202020204" pitchFamily="34" charset="0"/>
              <a:buChar char="•"/>
            </a:pPr>
            <a:r>
              <a:rPr lang="fr-FR" sz="1800" dirty="0"/>
              <a:t>Afficher le détail complet des recettes sélectionnées.</a:t>
            </a:r>
            <a:endParaRPr lang="fr-FR" sz="1800" dirty="0"/>
          </a:p>
          <a:p>
            <a:pPr algn="l">
              <a:buFont typeface="Arial" panose="020B0604020202020204" pitchFamily="34" charset="0"/>
              <a:buChar char="•"/>
            </a:pPr>
            <a:r>
              <a:rPr lang="fr-FR" sz="1800" dirty="0"/>
              <a:t>Gérer une liste de favoris personnalisée par utilisateur.</a:t>
            </a:r>
            <a:endParaRPr lang="fr-FR" sz="1800" dirty="0"/>
          </a:p>
          <a:p>
            <a:pPr algn="l">
              <a:buFont typeface="Arial" panose="020B0604020202020204" pitchFamily="34" charset="0"/>
              <a:buChar char="•"/>
            </a:pPr>
            <a:endParaRPr lang="fr-FR" sz="1800" dirty="0"/>
          </a:p>
          <a:p>
            <a:pPr algn="l"/>
            <a:r>
              <a:rPr lang="fr-FR" sz="1800" b="1" dirty="0"/>
              <a:t>Public cible et besoin à satisfaire :</a:t>
            </a:r>
            <a:br>
              <a:rPr lang="fr-FR" sz="1800" dirty="0"/>
            </a:br>
            <a:r>
              <a:rPr lang="fr-FR" sz="1800" dirty="0"/>
              <a:t>Le public cible est constitué de passionnés de cuisine, débutants ou confirmés, souhaitant organiser facilement leurs recettes préférées, découvrir de nouvelles idées culinaires et garder un accès rapide à leurs favoris. </a:t>
            </a:r>
            <a:endParaRPr lang="fr-FR" sz="1800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A84B142-F894-47E2-A4FB-05ADCD9BF018}" type="slidenum">
              <a:rPr lang="fr-FR" smtClean="0"/>
            </a:fld>
            <a:endParaRPr lang="fr-F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8200" y="185058"/>
            <a:ext cx="10515600" cy="1219200"/>
          </a:xfrm>
        </p:spPr>
        <p:txBody>
          <a:bodyPr>
            <a:normAutofit/>
          </a:bodyPr>
          <a:lstStyle/>
          <a:p>
            <a:pPr algn="ctr"/>
            <a:r>
              <a:rPr lang="fr-FR" sz="3600" dirty="0"/>
              <a:t>FONCTIONNALITES PRINCIPALES</a:t>
            </a:r>
            <a:endParaRPr lang="fr-FR" sz="360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38200" y="1404258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fr-FR" sz="2000" dirty="0"/>
          </a:p>
          <a:p>
            <a:endParaRPr lang="fr-FR" sz="2000" dirty="0"/>
          </a:p>
          <a:p>
            <a:pPr lvl="1"/>
            <a:r>
              <a:rPr lang="fr-FR" sz="2000" dirty="0"/>
              <a:t>Barre de recherche avec suggestions automatiques.</a:t>
            </a:r>
            <a:endParaRPr lang="fr-FR" sz="2000" dirty="0"/>
          </a:p>
          <a:p>
            <a:pPr lvl="1"/>
            <a:r>
              <a:rPr lang="fr-FR" sz="2000" dirty="0"/>
              <a:t>Liste des recettes.</a:t>
            </a:r>
            <a:endParaRPr lang="fr-FR" sz="2000" dirty="0"/>
          </a:p>
          <a:p>
            <a:pPr lvl="1"/>
            <a:r>
              <a:rPr lang="fr-FR" sz="2000" dirty="0"/>
              <a:t>Détails des recettes.</a:t>
            </a:r>
            <a:endParaRPr lang="fr-FR" sz="2000" dirty="0"/>
          </a:p>
          <a:p>
            <a:pPr lvl="1"/>
            <a:r>
              <a:rPr lang="fr-FR" sz="2000" dirty="0"/>
              <a:t>Formulaire de création d’une recette.</a:t>
            </a:r>
            <a:endParaRPr lang="fr-FR" sz="2000" dirty="0"/>
          </a:p>
          <a:p>
            <a:pPr lvl="1"/>
            <a:r>
              <a:rPr lang="fr-FR" sz="2000" dirty="0"/>
              <a:t>Favoris.</a:t>
            </a:r>
            <a:endParaRPr lang="fr-FR" sz="2000" dirty="0"/>
          </a:p>
          <a:p>
            <a:pPr marL="457200" lvl="1" indent="0">
              <a:buNone/>
            </a:pPr>
            <a:endParaRPr lang="fr-FR" sz="1600" dirty="0"/>
          </a:p>
          <a:p>
            <a:pPr lvl="1"/>
            <a:endParaRPr lang="fr-FR" sz="1600" dirty="0"/>
          </a:p>
          <a:p>
            <a:pPr marL="457200" lvl="1" indent="0">
              <a:buNone/>
            </a:pPr>
            <a:endParaRPr lang="fr-FR" sz="16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A84B142-F894-47E2-A4FB-05ADCD9BF018}" type="slidenum">
              <a:rPr lang="fr-FR" smtClean="0"/>
            </a:fld>
            <a:endParaRPr lang="fr-F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370115"/>
            <a:ext cx="9144000" cy="740228"/>
          </a:xfrm>
        </p:spPr>
        <p:txBody>
          <a:bodyPr>
            <a:normAutofit/>
          </a:bodyPr>
          <a:lstStyle/>
          <a:p>
            <a:r>
              <a:rPr lang="fr-FR" sz="3600" dirty="0"/>
              <a:t>TECHNOLOGIES UTILISEES</a:t>
            </a:r>
            <a:endParaRPr lang="fr-FR" sz="3600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2362200"/>
            <a:ext cx="9144000" cy="3875314"/>
          </a:xfrm>
        </p:spPr>
        <p:txBody>
          <a:bodyPr/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fr-FR" dirty="0"/>
              <a:t>Frontend : React.js</a:t>
            </a:r>
            <a:endParaRPr lang="fr-FR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fr-FR" dirty="0"/>
              <a:t>Backend: Node.js avec Express.js</a:t>
            </a:r>
            <a:endParaRPr lang="fr-FR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fr-FR" dirty="0"/>
              <a:t>Base de données : MongoDB</a:t>
            </a:r>
            <a:endParaRPr lang="fr-FR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fr-FR" dirty="0"/>
              <a:t>Outils : Visual Studio Code, Postman, HTML, CSS</a:t>
            </a:r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A84B142-F894-47E2-A4FB-05ADCD9BF018}" type="slidenum">
              <a:rPr lang="fr-FR" smtClean="0"/>
            </a:fld>
            <a:endParaRPr lang="fr-F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39132"/>
          </a:xfrm>
        </p:spPr>
        <p:txBody>
          <a:bodyPr>
            <a:normAutofit/>
          </a:bodyPr>
          <a:lstStyle/>
          <a:p>
            <a:pPr algn="ctr"/>
            <a:r>
              <a:rPr lang="fr-FR" sz="3600" dirty="0"/>
              <a:t>ARCHITECTURE DE L’APPLICATION</a:t>
            </a:r>
            <a:endParaRPr lang="fr-FR" sz="3600" dirty="0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A84B142-F894-47E2-A4FB-05ADCD9BF018}" type="slidenum">
              <a:rPr lang="fr-FR" smtClean="0"/>
            </a:fld>
            <a:endParaRPr lang="fr-FR"/>
          </a:p>
        </p:txBody>
      </p:sp>
      <p:pic>
        <p:nvPicPr>
          <p:cNvPr id="10" name="Espace réservé du contenu 9"/>
          <p:cNvPicPr>
            <a:picLocks noChangeAspect="1"/>
          </p:cNvPicPr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7574280" y="1403985"/>
            <a:ext cx="2606040" cy="4773295"/>
          </a:xfrm>
          <a:prstGeom prst="rect">
            <a:avLst/>
          </a:prstGeom>
        </p:spPr>
      </p:pic>
      <p:pic>
        <p:nvPicPr>
          <p:cNvPr id="13" name="Espace réservé du contenu 12"/>
          <p:cNvPicPr>
            <a:picLocks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2144395" y="1824990"/>
            <a:ext cx="3050540" cy="375729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283029"/>
            <a:ext cx="9144000" cy="871991"/>
          </a:xfrm>
        </p:spPr>
        <p:txBody>
          <a:bodyPr>
            <a:normAutofit/>
          </a:bodyPr>
          <a:lstStyle/>
          <a:p>
            <a:r>
              <a:rPr lang="fr-FR" sz="3600" dirty="0"/>
              <a:t>LISTE DE RECETTES</a:t>
            </a:r>
            <a:endParaRPr lang="fr-FR" sz="3600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A84B142-F894-47E2-A4FB-05ADCD9BF018}" type="slidenum">
              <a:rPr lang="fr-FR" smtClean="0"/>
            </a:fld>
            <a:endParaRPr lang="fr-FR"/>
          </a:p>
        </p:txBody>
      </p:sp>
      <p:pic>
        <p:nvPicPr>
          <p:cNvPr id="9" name="Image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98015" y="2145030"/>
            <a:ext cx="8395970" cy="28270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424543"/>
            <a:ext cx="9144000" cy="718457"/>
          </a:xfrm>
        </p:spPr>
        <p:txBody>
          <a:bodyPr>
            <a:normAutofit/>
          </a:bodyPr>
          <a:lstStyle/>
          <a:p>
            <a:r>
              <a:rPr lang="fr-FR" sz="3600" dirty="0"/>
              <a:t>DÉTAILS D’UNE RECETTE</a:t>
            </a:r>
            <a:endParaRPr lang="fr-FR" sz="3600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46145" y="1215390"/>
            <a:ext cx="5252085" cy="5356860"/>
          </a:xfrm>
          <a:prstGeom prst="rect">
            <a:avLst/>
          </a:prstGeom>
        </p:spPr>
      </p:pic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A84B142-F894-47E2-A4FB-05ADCD9BF018}" type="slidenum">
              <a:rPr lang="fr-FR" smtClean="0"/>
            </a:fld>
            <a:endParaRPr lang="fr-F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95589"/>
          </a:xfrm>
        </p:spPr>
        <p:txBody>
          <a:bodyPr>
            <a:normAutofit/>
          </a:bodyPr>
          <a:lstStyle/>
          <a:p>
            <a:pPr algn="ctr"/>
            <a:r>
              <a:rPr lang="fr-FR" sz="3600" dirty="0"/>
              <a:t>FAVORIS</a:t>
            </a:r>
            <a:endParaRPr lang="fr-FR" sz="3600" dirty="0"/>
          </a:p>
        </p:txBody>
      </p:sp>
      <p:pic>
        <p:nvPicPr>
          <p:cNvPr id="5" name="Espace réservé du contenu 4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108897" y="1600201"/>
            <a:ext cx="6207170" cy="4439620"/>
          </a:xfrm>
        </p:spPr>
      </p:pic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A84B142-F894-47E2-A4FB-05ADCD9BF018}" type="slidenum">
              <a:rPr lang="fr-FR" smtClean="0"/>
            </a:fld>
            <a:endParaRPr lang="fr-F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10285"/>
          </a:xfrm>
        </p:spPr>
        <p:txBody>
          <a:bodyPr/>
          <a:p>
            <a:pPr algn="ctr"/>
            <a:r>
              <a:rPr lang="fr-FR" altLang="en-US" sz="3600"/>
              <a:t>DEMONSTRATION</a:t>
            </a:r>
            <a:endParaRPr lang="fr-FR" altLang="en-US" sz="360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fr-FR" altLang="en-US"/>
              <a:t>Lancement de l’application</a:t>
            </a:r>
            <a:endParaRPr lang="fr-FR" altLang="en-US"/>
          </a:p>
          <a:p>
            <a:endParaRPr lang="fr-FR" altLang="en-US"/>
          </a:p>
          <a:p>
            <a:r>
              <a:rPr lang="fr-FR" altLang="en-US"/>
              <a:t>Navigation</a:t>
            </a:r>
            <a:endParaRPr lang="fr-FR" altLang="en-US"/>
          </a:p>
          <a:p>
            <a:endParaRPr lang="fr-FR" altLang="en-US"/>
          </a:p>
          <a:p>
            <a:r>
              <a:rPr lang="fr-FR" altLang="en-US"/>
              <a:t>Ajout et retrait des favoris</a:t>
            </a:r>
            <a:endParaRPr lang="fr-FR" alt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A84B142-F894-47E2-A4FB-05ADCD9BF018}" type="slidenum">
              <a:rPr lang="fr-FR" smtClean="0"/>
            </a:fld>
            <a:endParaRPr lang="fr-F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19175"/>
          </a:xfrm>
        </p:spPr>
        <p:txBody>
          <a:bodyPr/>
          <a:p>
            <a:pPr algn="ctr"/>
            <a:r>
              <a:rPr lang="fr-FR" altLang="en-US" sz="3600"/>
              <a:t>PROBLEMES RENCONTRES ET SOLUTIONS</a:t>
            </a:r>
            <a:endParaRPr lang="fr-FR" altLang="en-US" sz="360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fr-FR" altLang="en-US" sz="1800"/>
              <a:t>Affichage des fichiers «recipeList» et «recipeDetail» dans les controllers et les routes : fusion des deux pour créer un seul fichier «recipe».</a:t>
            </a:r>
            <a:endParaRPr lang="fr-FR" altLang="en-US" sz="1800"/>
          </a:p>
          <a:p>
            <a:endParaRPr lang="fr-FR" altLang="en-US" sz="1800"/>
          </a:p>
          <a:p>
            <a:r>
              <a:rPr lang="fr-FR" altLang="en-US" sz="1800"/>
              <a:t>Création de 2 bases de données</a:t>
            </a:r>
            <a:r>
              <a:rPr lang="fr-FR" altLang="en-US" sz="1800">
                <a:sym typeface="+mn-ea"/>
              </a:rPr>
              <a:t> «recipeLists» et «recipeDetails» </a:t>
            </a:r>
            <a:r>
              <a:rPr lang="fr-FR" altLang="en-US" sz="1800"/>
              <a:t>pour les recettes dans postman : fusion des deux pour créer une seule base de données «recipes».</a:t>
            </a:r>
            <a:endParaRPr lang="fr-FR" altLang="en-US" sz="1800"/>
          </a:p>
          <a:p>
            <a:endParaRPr lang="fr-FR" altLang="en-US" sz="1800"/>
          </a:p>
          <a:p>
            <a:r>
              <a:rPr lang="fr-FR" altLang="en-US" sz="1800"/>
              <a:t>Affichage des détails d’une recette après avoir cliqué sur le lien «Voir les détails».</a:t>
            </a:r>
            <a:endParaRPr lang="fr-FR" altLang="en-US" sz="1800"/>
          </a:p>
          <a:p>
            <a:endParaRPr lang="fr-FR" altLang="en-US" sz="1800"/>
          </a:p>
          <a:p>
            <a:r>
              <a:rPr lang="fr-FR" altLang="en-US" sz="1800"/>
              <a:t>Affichage d’ une nouvelle recette dans la liste des recettes.</a:t>
            </a:r>
            <a:endParaRPr lang="fr-FR" altLang="en-US" sz="1800"/>
          </a:p>
          <a:p>
            <a:endParaRPr lang="fr-FR" altLang="en-US" sz="1800"/>
          </a:p>
          <a:p>
            <a:r>
              <a:rPr lang="fr-FR" altLang="en-US" sz="1800"/>
              <a:t>Affichage de la totalité des recettes lorsque je sélectionne la catégorie et le type de cuisine (en cours)</a:t>
            </a:r>
            <a:endParaRPr lang="fr-FR" altLang="en-US" sz="1800"/>
          </a:p>
          <a:p>
            <a:endParaRPr lang="fr-FR" altLang="en-US" sz="1400"/>
          </a:p>
          <a:p>
            <a:endParaRPr lang="fr-FR" altLang="en-US" sz="1400"/>
          </a:p>
          <a:p>
            <a:pPr marL="0" indent="0">
              <a:buNone/>
            </a:pPr>
            <a:endParaRPr lang="fr-FR" altLang="en-US" sz="1400"/>
          </a:p>
          <a:p>
            <a:endParaRPr lang="fr-FR" altLang="en-US" sz="140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A84B142-F894-47E2-A4FB-05ADCD9BF018}" type="slidenum">
              <a:rPr lang="fr-FR" smtClean="0"/>
            </a:fld>
            <a:endParaRPr lang="fr-F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68070"/>
          </a:xfrm>
        </p:spPr>
        <p:txBody>
          <a:bodyPr/>
          <a:p>
            <a:pPr algn="ctr"/>
            <a:r>
              <a:rPr lang="fr-FR" altLang="en-US" sz="3600"/>
              <a:t>AMELIORATIONS FUTURES</a:t>
            </a:r>
            <a:endParaRPr lang="fr-FR" altLang="en-US" sz="360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endParaRPr lang="fr-FR" altLang="en-US" sz="1800"/>
          </a:p>
          <a:p>
            <a:r>
              <a:rPr lang="fr-FR" altLang="en-US" sz="1800"/>
              <a:t>Authentification utilisateur</a:t>
            </a:r>
            <a:endParaRPr lang="fr-FR" altLang="en-US" sz="1800"/>
          </a:p>
          <a:p>
            <a:endParaRPr lang="fr-FR" altLang="en-US" sz="1800"/>
          </a:p>
          <a:p>
            <a:endParaRPr lang="fr-FR" altLang="en-US" sz="1800"/>
          </a:p>
          <a:p>
            <a:r>
              <a:rPr lang="fr-FR" altLang="en-US" sz="1800">
                <a:sym typeface="+mn-ea"/>
              </a:rPr>
              <a:t>Ajouter des liens vers les réseaux sociaux</a:t>
            </a:r>
            <a:endParaRPr lang="fr-FR" altLang="en-US" sz="1800">
              <a:sym typeface="+mn-ea"/>
            </a:endParaRPr>
          </a:p>
          <a:p>
            <a:endParaRPr lang="fr-FR" altLang="en-US" sz="1800"/>
          </a:p>
          <a:p>
            <a:endParaRPr lang="fr-FR" altLang="en-US" sz="1800"/>
          </a:p>
          <a:p>
            <a:r>
              <a:rPr lang="fr-FR" altLang="en-US" sz="1800"/>
              <a:t>Intégrer une fonctionnalité pour imprimer les recettes</a:t>
            </a:r>
            <a:endParaRPr lang="fr-FR" altLang="en-US" sz="180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A84B142-F894-47E2-A4FB-05ADCD9BF018}" type="slidenum">
              <a:rPr lang="fr-FR" smtClean="0"/>
            </a:fld>
            <a:endParaRPr lang="fr-F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06170"/>
          </a:xfrm>
        </p:spPr>
        <p:txBody>
          <a:bodyPr/>
          <a:p>
            <a:pPr algn="ctr"/>
            <a:r>
              <a:rPr lang="fr-FR" altLang="en-US" sz="3600"/>
              <a:t>CONCLUSION</a:t>
            </a:r>
            <a:endParaRPr lang="fr-FR" altLang="en-US" sz="360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38200" y="2004695"/>
            <a:ext cx="10515600" cy="4351338"/>
          </a:xfrm>
        </p:spPr>
        <p:txBody>
          <a:bodyPr/>
          <a:p>
            <a:r>
              <a:rPr lang="fr-FR" altLang="en-US" sz="1800"/>
              <a:t>J’ai apprécié que l’on me confie ce projet, qui m’a </a:t>
            </a:r>
            <a:r>
              <a:rPr lang="en-US" altLang="fr-FR" sz="1800"/>
              <a:t>permis de cr</a:t>
            </a:r>
            <a:r>
              <a:rPr lang="en-US" altLang="en-US" sz="1800"/>
              <a:t>é</a:t>
            </a:r>
            <a:r>
              <a:rPr lang="en-US" altLang="fr-FR" sz="1800"/>
              <a:t>er une application fonctionnelle pour afficher </a:t>
            </a:r>
            <a:r>
              <a:rPr lang="fr-FR" altLang="en-US" sz="1800"/>
              <a:t>et rechercher </a:t>
            </a:r>
            <a:r>
              <a:rPr lang="en-US" altLang="fr-FR" sz="1800"/>
              <a:t>des recettes, consulter leurs d</a:t>
            </a:r>
            <a:r>
              <a:rPr lang="en-US" altLang="en-US" sz="1800"/>
              <a:t>é</a:t>
            </a:r>
            <a:r>
              <a:rPr lang="en-US" altLang="fr-FR" sz="1800"/>
              <a:t>tails</a:t>
            </a:r>
            <a:r>
              <a:rPr lang="fr-FR" altLang="en-US" sz="1800"/>
              <a:t> et</a:t>
            </a:r>
            <a:r>
              <a:rPr lang="en-US" altLang="fr-FR" sz="1800"/>
              <a:t> g</a:t>
            </a:r>
            <a:r>
              <a:rPr lang="en-US" altLang="en-US" sz="1800"/>
              <a:t>é</a:t>
            </a:r>
            <a:r>
              <a:rPr lang="en-US" altLang="fr-FR" sz="1800"/>
              <a:t>rer des favoris. </a:t>
            </a:r>
            <a:endParaRPr lang="en-US" altLang="fr-FR" sz="1800"/>
          </a:p>
          <a:p>
            <a:endParaRPr lang="en-US" altLang="fr-FR" sz="1800"/>
          </a:p>
          <a:p>
            <a:r>
              <a:rPr lang="en-US" altLang="fr-FR" sz="1800"/>
              <a:t>Ce projet a </a:t>
            </a:r>
            <a:r>
              <a:rPr lang="en-US" altLang="en-US" sz="1800"/>
              <a:t>é</a:t>
            </a:r>
            <a:r>
              <a:rPr lang="en-US" altLang="fr-FR" sz="1800"/>
              <a:t>t</a:t>
            </a:r>
            <a:r>
              <a:rPr lang="en-US" altLang="en-US" sz="1800"/>
              <a:t>é</a:t>
            </a:r>
            <a:r>
              <a:rPr lang="en-US" altLang="fr-FR" sz="1800"/>
              <a:t> l’occasion de mettre en </a:t>
            </a:r>
            <a:r>
              <a:rPr lang="en-US" altLang="en-US" sz="1800"/>
              <a:t>œ</a:t>
            </a:r>
            <a:r>
              <a:rPr lang="en-US" altLang="fr-FR" sz="1800"/>
              <a:t>uvre des comp</a:t>
            </a:r>
            <a:r>
              <a:rPr lang="en-US" altLang="en-US" sz="1800"/>
              <a:t>é</a:t>
            </a:r>
            <a:r>
              <a:rPr lang="en-US" altLang="fr-FR" sz="1800"/>
              <a:t>tences en d</a:t>
            </a:r>
            <a:r>
              <a:rPr lang="en-US" altLang="en-US" sz="1800"/>
              <a:t>é</a:t>
            </a:r>
            <a:r>
              <a:rPr lang="en-US" altLang="fr-FR" sz="1800"/>
              <a:t>veloppement web (frontend et backend)</a:t>
            </a:r>
            <a:r>
              <a:rPr lang="fr-FR" altLang="en-US" sz="1800"/>
              <a:t>.</a:t>
            </a:r>
            <a:endParaRPr lang="en-US" altLang="fr-FR" sz="1800"/>
          </a:p>
          <a:p>
            <a:endParaRPr lang="en-US" altLang="fr-FR" sz="1800"/>
          </a:p>
          <a:p>
            <a:r>
              <a:rPr lang="en-US" altLang="fr-FR" sz="1800"/>
              <a:t>Je souhaite continuer à travailler sur de nouveaux projets afin de d</a:t>
            </a:r>
            <a:r>
              <a:rPr lang="en-US" altLang="en-US" sz="1800"/>
              <a:t>é</a:t>
            </a:r>
            <a:r>
              <a:rPr lang="en-US" altLang="fr-FR" sz="1800"/>
              <a:t>velopper davantage mes comp</a:t>
            </a:r>
            <a:r>
              <a:rPr lang="en-US" altLang="en-US" sz="1800"/>
              <a:t>é</a:t>
            </a:r>
            <a:r>
              <a:rPr lang="en-US" altLang="fr-FR" sz="1800"/>
              <a:t>tences en d</a:t>
            </a:r>
            <a:r>
              <a:rPr lang="en-US" altLang="en-US" sz="1800"/>
              <a:t>é</a:t>
            </a:r>
            <a:r>
              <a:rPr lang="en-US" altLang="fr-FR" sz="1800"/>
              <a:t>veloppement web et de cr</a:t>
            </a:r>
            <a:r>
              <a:rPr lang="en-US" altLang="en-US" sz="1800"/>
              <a:t>é</a:t>
            </a:r>
            <a:r>
              <a:rPr lang="en-US" altLang="fr-FR" sz="1800"/>
              <a:t>er des applications toujours plus performantes et innovantes.</a:t>
            </a:r>
            <a:endParaRPr lang="en-US" altLang="fr-FR" sz="180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A84B142-F894-47E2-A4FB-05ADCD9BF018}" type="slidenum">
              <a:rPr lang="fr-FR" smtClean="0"/>
            </a:fld>
            <a:endParaRPr lang="fr-F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4582</Words>
  <Application>WPS Presentation</Application>
  <PresentationFormat>Grand écran</PresentationFormat>
  <Paragraphs>124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4" baseType="lpstr">
      <vt:lpstr>Arial</vt:lpstr>
      <vt:lpstr>SimSun</vt:lpstr>
      <vt:lpstr>Wingdings</vt:lpstr>
      <vt:lpstr>Aptos Display</vt:lpstr>
      <vt:lpstr>Segoe UI Variable Display</vt:lpstr>
      <vt:lpstr>Aptos</vt:lpstr>
      <vt:lpstr>Segoe UI</vt:lpstr>
      <vt:lpstr>Microsoft YaHei</vt:lpstr>
      <vt:lpstr>Arial Unicode MS</vt:lpstr>
      <vt:lpstr>Calibri</vt:lpstr>
      <vt:lpstr>Thème Office</vt:lpstr>
      <vt:lpstr>Application de Recettes De cuisine   Richard Odile   Titre Professionnel Développeur Web et Web Mobile   Le 02/06/2025   </vt:lpstr>
      <vt:lpstr>SOMMAIRE</vt:lpstr>
      <vt:lpstr>INTRODUCTION</vt:lpstr>
      <vt:lpstr>FONCTIONNALITES PRINCIPALES</vt:lpstr>
      <vt:lpstr>TECHNOLOGIES UTILISEES</vt:lpstr>
      <vt:lpstr>ARCHITECTURE DE L’APPLICATION</vt:lpstr>
      <vt:lpstr>LISTE DE RECETTES</vt:lpstr>
      <vt:lpstr>DÉTAILS D’UNE RECETTE</vt:lpstr>
      <vt:lpstr>FAVORIS</vt:lpstr>
      <vt:lpstr>DEMONSTRATION</vt:lpstr>
      <vt:lpstr>PROBLEMES RENCONTRES ET SOLUTIONS</vt:lpstr>
      <vt:lpstr>AMELIORATIONS FUTURES</vt:lpstr>
      <vt:lpstr>CONCLUSION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Odile RICHARD</dc:creator>
  <cp:lastModifiedBy>Odile Richard</cp:lastModifiedBy>
  <cp:revision>11</cp:revision>
  <dcterms:created xsi:type="dcterms:W3CDTF">2025-06-01T08:16:00Z</dcterms:created>
  <dcterms:modified xsi:type="dcterms:W3CDTF">2025-06-06T13:47:50Z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BFF74125892648F48EEB95E1764F6774_12</vt:lpwstr>
  </property>
  <property fmtid="{D5CDD505-2E9C-101B-9397-08002B2CF9AE}" pid="3" name="KSOProductBuildVer">
    <vt:lpwstr>1036-12.2.0.21179</vt:lpwstr>
  </property>
</Properties>
</file>